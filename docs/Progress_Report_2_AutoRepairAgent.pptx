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29000" y="822960"/>
            <a:ext cx="2286000" cy="22860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29000" y="14173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</a:defRPr>
            </a:pPr>
            <a:r>
              <a:t>AutoRepairAgent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 i="0">
                <a:solidFill>
                  <a:srgbClr val="E3F2FD"/>
                </a:solidFill>
              </a:defRPr>
            </a:pPr>
            <a:r>
              <a:t>AI-Powered Vehicle Repair Workshop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663440"/>
            <a:ext cx="27432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5110" y="4800600"/>
            <a:ext cx="51337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09688"/>
                </a:solidFill>
              </a:defRPr>
            </a:pPr>
            <a:r>
              <a:rPr dirty="0"/>
              <a:t>Progress Report 2  </a:t>
            </a:r>
            <a:r>
              <a:rPr lang="en-NZ" dirty="0"/>
              <a:t>-</a:t>
            </a:r>
            <a:r>
              <a:rPr dirty="0"/>
              <a:t>  Phase 2 Modules (Final Report)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49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Student: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49240"/>
            <a:ext cx="5004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rPr lang="en-NZ" dirty="0"/>
              <a:t>Anish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828800" y="56052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Course: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610511"/>
            <a:ext cx="8778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rPr lang="en-NZ" dirty="0"/>
              <a:t>MIT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25560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 err="1"/>
              <a:t>Organisation</a:t>
            </a:r>
            <a:r>
              <a:rPr dirty="0"/>
              <a:t> of This Report </a:t>
            </a:r>
            <a:r>
              <a:rPr lang="en-NZ" dirty="0"/>
              <a:t>-</a:t>
            </a:r>
            <a:r>
              <a:rPr dirty="0"/>
              <a:t> 20 Slides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32588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Section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Topics Covered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Recap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Phase 2 context &amp; objectives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 – 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Customer, Vehicle, AI Jobs + UI screenshots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 –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Future Work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Deployment &amp; enhancement recommendations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Challenges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AI integration, DB &amp; subscription problems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Project complete </a:t>
                      </a:r>
                      <a:r>
                        <a:rPr lang="en-NZ" dirty="0"/>
                        <a:t>-</a:t>
                      </a:r>
                      <a:r>
                        <a:rPr dirty="0"/>
                        <a:t> final assessment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17 – 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APA 7th Edition bibliography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19 –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68089" y="237744"/>
            <a:ext cx="69442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01 </a:t>
            </a:r>
            <a:r>
              <a:rPr lang="en-NZ" dirty="0"/>
              <a:t>-</a:t>
            </a:r>
            <a:r>
              <a:rPr dirty="0"/>
              <a:t>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Project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280576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Phase 2 </a:t>
            </a:r>
            <a:r>
              <a:rPr lang="en-NZ" dirty="0"/>
              <a:t>-</a:t>
            </a:r>
            <a:r>
              <a:rPr dirty="0"/>
              <a:t> Building on Report 1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Progress Report 1 delivered: database, auth, admin, departments, and UI design.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Phase 2 focused on core business modules: customers, vehicles, and AI-powered jobs.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DeepSeek AI integrated for intelligent complaint classification (OpenAI, 2024).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Full end-to-end workflow now functional: complaint </a:t>
            </a:r>
            <a:r>
              <a:rPr lang="en-NZ" dirty="0"/>
              <a:t>-&gt;</a:t>
            </a:r>
            <a:r>
              <a:rPr dirty="0"/>
              <a:t> AI </a:t>
            </a:r>
            <a:r>
              <a:rPr lang="en-NZ" dirty="0"/>
              <a:t>-&gt;</a:t>
            </a:r>
            <a:r>
              <a:rPr dirty="0"/>
              <a:t> job </a:t>
            </a:r>
            <a:r>
              <a:rPr lang="en-NZ" dirty="0"/>
              <a:t>-&gt;</a:t>
            </a:r>
            <a:r>
              <a:rPr dirty="0"/>
              <a:t> assign </a:t>
            </a:r>
            <a:r>
              <a:rPr lang="en-NZ" dirty="0"/>
              <a:t>-&gt;</a:t>
            </a:r>
            <a:r>
              <a:rPr dirty="0"/>
              <a:t> complete.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This is the final progress report </a:t>
            </a:r>
            <a:r>
              <a:rPr lang="en-NZ" dirty="0"/>
              <a:t>-</a:t>
            </a:r>
            <a:r>
              <a:rPr dirty="0"/>
              <a:t> all development objectives are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68089" y="237744"/>
            <a:ext cx="69442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01 </a:t>
            </a:r>
            <a:r>
              <a:rPr lang="en-NZ" dirty="0"/>
              <a:t>-</a:t>
            </a:r>
            <a:r>
              <a:rPr dirty="0"/>
              <a:t>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Phase 2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Deliverables Completed in Second Reporting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 / Feature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Customer creation &amp; management module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Vehicle registration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AI job creation &amp; complaint analysis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AI integration </a:t>
                      </a:r>
                      <a:r>
                        <a:rPr lang="en-NZ" dirty="0"/>
                        <a:t>-</a:t>
                      </a:r>
                      <a:r>
                        <a:rPr dirty="0"/>
                        <a:t> DeepSeek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Automatic job assignment to departments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AI analysis log &amp; role-based dashboards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Production deployment &amp; multilingual UI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Customer Management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Register &amp; Manage Workshop Customers (Prisma Data, Inc.,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REST API: GET / POST / PUT / DELETE  /</a:t>
            </a:r>
            <a:r>
              <a:rPr dirty="0" err="1"/>
              <a:t>api</a:t>
            </a:r>
            <a:r>
              <a:rPr dirty="0"/>
              <a:t>/customers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Fields: first name, last name, phone, email, address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Accessible to ADMIN and JOB_ADVISOR roles via RBAC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validation on backend and React Hook Form on frontend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Customers linked to vehicles and customer portal accounts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Audit logging for all customer create, update, delete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Customer Management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Customers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2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2. Customer list with search, pagination, and CRUD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Vehicle Registration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Register Vehicles Linked to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REST API: GET / POST / PUT / DELETE  /api/vehicles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Fields: registration number, chassis, make, model, year, customerId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Unique registration number validation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Customer dropdown selector on create/edit form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Vehicles required before AI job creation (lookup by registration)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Seed data: test vehicles ABC123 and XYZ789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Vehicle Registration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Vehicles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2-veh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3. Vehicle list showing registration, make/model, and linked customer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AI Job Creation &amp; DeepSeek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Intelligent Complaint Classification (OpenAI,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POST /</a:t>
            </a:r>
            <a:r>
              <a:rPr dirty="0" err="1"/>
              <a:t>api</a:t>
            </a:r>
            <a:r>
              <a:rPr dirty="0"/>
              <a:t>/jobs/analyze </a:t>
            </a:r>
            <a:r>
              <a:rPr lang="en-NZ" dirty="0"/>
              <a:t>-</a:t>
            </a:r>
            <a:r>
              <a:rPr dirty="0"/>
              <a:t> accepts vehicle registration + complaint text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dirty="0" err="1"/>
              <a:t>DeepSeekAIService</a:t>
            </a:r>
            <a:r>
              <a:rPr dirty="0"/>
              <a:t> calls DeepSeek Chat Completions API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AI extracts individual issues and classifies into 5 departments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Returns structured JSON: issue, department, confidence, explanation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Keyword-based fallback classifier when API is unavailable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One job created per identified issue with unique job number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AI Job Creation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Create Job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2-create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4. AI-powered complaint submission and job classification 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Job Assignment &amp; Lifecycle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Auto-Assign, Start, Complete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dirty="0" err="1"/>
              <a:t>autoAssignJob</a:t>
            </a:r>
            <a:r>
              <a:rPr dirty="0"/>
              <a:t>() assigns job to first active user in target department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Job status flow: PENDING </a:t>
            </a:r>
            <a:r>
              <a:rPr lang="en-NZ" dirty="0"/>
              <a:t>-&gt;</a:t>
            </a:r>
            <a:r>
              <a:rPr dirty="0"/>
              <a:t> ASSIGNED </a:t>
            </a:r>
            <a:r>
              <a:rPr lang="en-NZ" dirty="0"/>
              <a:t>-&gt;</a:t>
            </a:r>
            <a:r>
              <a:rPr dirty="0"/>
              <a:t> IN_PROGRESS </a:t>
            </a:r>
            <a:r>
              <a:rPr lang="en-NZ" dirty="0"/>
              <a:t>-&gt;</a:t>
            </a:r>
            <a:r>
              <a:rPr dirty="0"/>
              <a:t> COMPLETED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POST /</a:t>
            </a:r>
            <a:r>
              <a:rPr dirty="0" err="1"/>
              <a:t>api</a:t>
            </a:r>
            <a:r>
              <a:rPr dirty="0"/>
              <a:t>/jobs/:id/start and /</a:t>
            </a:r>
            <a:r>
              <a:rPr dirty="0" err="1"/>
              <a:t>api</a:t>
            </a:r>
            <a:r>
              <a:rPr dirty="0"/>
              <a:t>/jobs/:id/complete endpoints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Department users see only jobs in their own department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dirty="0" err="1"/>
              <a:t>JobAdvisor</a:t>
            </a:r>
            <a:r>
              <a:rPr dirty="0"/>
              <a:t> and Admin can edit/delete jobs before work starts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Time taken and completion comments recorded on job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Job Management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Jobs List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2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5. Job list with status filters, department badges, and assignment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AI Analysis Log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Audit Trail of All AI Classification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AIAnalysisLog model stores complaint, raw AI response, and parsed issues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Log entry created automatically on every POST /api/jobs/analyze call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AIAnalysisPage displays all logs with confidence score progress bars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Shows linked jobs created from each analysis session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Accessible to ADMIN and JOB_ADVISOR for accuracy review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t>▸  Four role-specific dashboards completed: Admin, Advisor, Dept, Customer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7100" y="237744"/>
            <a:ext cx="8963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02 </a:t>
            </a:r>
            <a:r>
              <a:rPr lang="en-NZ" dirty="0"/>
              <a:t>-</a:t>
            </a:r>
            <a:r>
              <a:rPr dirty="0"/>
              <a:t>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AI Analysis Log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AI Analysis Logs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2-ai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6. AI analysis history with confidence scores and created jobs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30418" y="237744"/>
            <a:ext cx="76976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03 </a:t>
            </a:r>
            <a:r>
              <a:rPr lang="en-NZ" dirty="0"/>
              <a:t>-</a:t>
            </a:r>
            <a:r>
              <a:rPr dirty="0"/>
              <a:t>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Future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33569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Items Not Completed </a:t>
            </a:r>
            <a:r>
              <a:rPr lang="en-NZ" dirty="0"/>
              <a:t>-</a:t>
            </a:r>
            <a:r>
              <a:rPr dirty="0"/>
              <a:t> Post-Project Enhancements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Enhancement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Cloud hosting, Docker, CI/CD pipeline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Multilingual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Sinhala, Tamil &amp; English language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SMS / Email Alerts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Job status notifications to customers &amp; staff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Automated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Jest unit tests, CI/CD quality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Inventory Management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Spare parts tracking and basic invoicing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14201" y="237744"/>
            <a:ext cx="10021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03 </a:t>
            </a:r>
            <a:r>
              <a:rPr lang="en-NZ" dirty="0"/>
              <a:t>-</a:t>
            </a:r>
            <a:r>
              <a:rPr dirty="0"/>
              <a:t>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Problems Encountered &amp;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41571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Phase 2 Technical Challenges </a:t>
            </a:r>
            <a:r>
              <a:rPr lang="en-NZ" dirty="0"/>
              <a:t>-</a:t>
            </a:r>
            <a:r>
              <a:rPr dirty="0"/>
              <a:t> All Resolved (Sommerville, 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Problems Encountered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Solutions Applied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AI JSON parsing </a:t>
            </a:r>
            <a:r>
              <a:rPr lang="en-NZ" dirty="0"/>
              <a:t>-</a:t>
            </a:r>
            <a:r>
              <a:rPr dirty="0"/>
              <a:t> markdown-wrapped responses broke </a:t>
            </a:r>
            <a:r>
              <a:rPr dirty="0" err="1"/>
              <a:t>JSON.parse</a:t>
            </a:r>
            <a:r>
              <a:rPr dirty="0"/>
              <a:t>()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Invalid department codes from AI output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DeepSeek API subscription quota exhausted (HTTP 402/429)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Database migration sync issues during schema updates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Cross-module integration bugs between new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E7D32"/>
                </a:solidFill>
              </a:defRPr>
            </a:pPr>
            <a:r>
              <a:t>▸  ✅ Added JSON cleanup + DEPARTMENT_MAP normalisation</a:t>
            </a:r>
          </a:p>
          <a:p>
            <a:pPr>
              <a:spcAft>
                <a:spcPts val="800"/>
              </a:spcAft>
              <a:defRPr sz="1300">
                <a:solidFill>
                  <a:srgbClr val="2E7D32"/>
                </a:solidFill>
              </a:defRPr>
            </a:pPr>
            <a:r>
              <a:t>▸  ✅ Implemented keyword fallback classifier</a:t>
            </a:r>
          </a:p>
          <a:p>
            <a:pPr>
              <a:spcAft>
                <a:spcPts val="800"/>
              </a:spcAft>
              <a:defRPr sz="1300">
                <a:solidFill>
                  <a:srgbClr val="2E7D32"/>
                </a:solidFill>
              </a:defRPr>
            </a:pPr>
            <a:r>
              <a:t>▸  ✅ Renewed DeepSeek subscription; updated API key</a:t>
            </a:r>
          </a:p>
          <a:p>
            <a:pPr>
              <a:spcAft>
                <a:spcPts val="800"/>
              </a:spcAft>
              <a:defRPr sz="1300">
                <a:solidFill>
                  <a:srgbClr val="2E7D32"/>
                </a:solidFill>
              </a:defRPr>
            </a:pPr>
            <a:r>
              <a:t>▸  ✅ Reset migrations; updated seed with test data</a:t>
            </a:r>
          </a:p>
          <a:p>
            <a:pPr>
              <a:spcAft>
                <a:spcPts val="800"/>
              </a:spcAft>
              <a:defRPr sz="1300">
                <a:solidFill>
                  <a:srgbClr val="2E7D32"/>
                </a:solidFill>
              </a:defRPr>
            </a:pPr>
            <a:r>
              <a:t>▸  ✅ Fixed Prisma relations and React Query cache invalidation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36831" y="237744"/>
            <a:ext cx="75693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04 </a:t>
            </a:r>
            <a:r>
              <a:rPr lang="en-NZ" dirty="0"/>
              <a:t>-</a:t>
            </a:r>
            <a:r>
              <a:rPr dirty="0"/>
              <a:t>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52129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rPr dirty="0"/>
              <a:t>Project Status </a:t>
            </a:r>
            <a:r>
              <a:rPr lang="en-NZ" dirty="0"/>
              <a:t>-</a:t>
            </a:r>
            <a:r>
              <a:rPr dirty="0"/>
              <a:t> Development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Final Assessment: ALL OBJECTIVES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13258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1371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</a:defRPr>
            </a:pPr>
            <a:r>
              <a:t>✔  PROJECT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7589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▸  All Phase 1 (Report 1) and Phase 2 (Report 2) modules delivered and tested.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▸  End-to-end workflow verified: customer </a:t>
            </a:r>
            <a:r>
              <a:rPr lang="en-NZ" dirty="0"/>
              <a:t>-&gt;</a:t>
            </a:r>
            <a:r>
              <a:rPr dirty="0"/>
              <a:t> vehicle </a:t>
            </a:r>
            <a:r>
              <a:rPr lang="en-NZ" dirty="0"/>
              <a:t>-&gt;</a:t>
            </a:r>
            <a:r>
              <a:rPr dirty="0"/>
              <a:t> complaint </a:t>
            </a:r>
            <a:r>
              <a:rPr lang="en-NZ" dirty="0"/>
              <a:t>-&gt;</a:t>
            </a:r>
            <a:r>
              <a:rPr dirty="0"/>
              <a:t> AI </a:t>
            </a:r>
            <a:r>
              <a:rPr lang="en-NZ" dirty="0"/>
              <a:t>-&gt;</a:t>
            </a:r>
            <a:r>
              <a:rPr dirty="0"/>
              <a:t> job </a:t>
            </a:r>
            <a:r>
              <a:rPr lang="en-NZ" dirty="0"/>
              <a:t>-&gt;</a:t>
            </a:r>
            <a:r>
              <a:rPr dirty="0"/>
              <a:t> complete.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▸  System demonstrable locally with seed accounts (admin@autorepair.com / Password123!).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▸  Future work (deployment, multilingual, notifications) documented as recommendations.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▸  This is the final progress report for the </a:t>
            </a:r>
            <a:r>
              <a:rPr dirty="0" err="1"/>
              <a:t>AutoRepairAgent</a:t>
            </a:r>
            <a:r>
              <a:rPr dirty="0"/>
              <a:t> college project.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7589520" cy="123444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0F2744"/>
                </a:solidFill>
              </a:defRPr>
            </a:pPr>
            <a:r>
              <a:t>Report 1 vs Report 2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7564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rPr dirty="0"/>
              <a:t>Report 1: Foundation (DB, Auth, Admin, UI)  </a:t>
            </a:r>
            <a:r>
              <a:rPr lang="en-NZ" dirty="0"/>
              <a:t>-&gt;</a:t>
            </a:r>
            <a:r>
              <a:rPr dirty="0"/>
              <a:t>  Report 2: Business Logic (Customer, Vehicle, AI Jobs, Assignment, Logs)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4620" y="237744"/>
            <a:ext cx="98135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04 </a:t>
            </a:r>
            <a:r>
              <a:rPr lang="en-NZ" dirty="0"/>
              <a:t>-</a:t>
            </a:r>
            <a:r>
              <a:rPr dirty="0"/>
              <a:t>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End-to-End System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29690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Complete Repair Process </a:t>
            </a:r>
            <a:r>
              <a:rPr lang="en-NZ" dirty="0"/>
              <a:t>-</a:t>
            </a:r>
            <a:r>
              <a:rPr dirty="0"/>
              <a:t> Phase 2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7-work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9750"/>
            <a:ext cx="7863840" cy="40442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1. Full workflow from customer registration to job completion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2216" y="237744"/>
            <a:ext cx="98616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05 </a:t>
            </a:r>
            <a:r>
              <a:rPr lang="en-NZ" dirty="0"/>
              <a:t>-</a:t>
            </a:r>
            <a:r>
              <a:rPr dirty="0"/>
              <a:t>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20405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APA 7th Edition </a:t>
            </a:r>
            <a:r>
              <a:rPr lang="en-NZ" dirty="0"/>
              <a:t>-</a:t>
            </a:r>
            <a:r>
              <a:rPr dirty="0"/>
              <a:t> Bibliography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32588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1.    Express.js. (n.d.). Express documentation. https://expressjs.com</a:t>
            </a:r>
          </a:p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2.    Martin, R. C. (2017). Clean architecture: A craftsman's guide to software structure and design. Prentice Hall.</a:t>
            </a:r>
          </a:p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3.    Meta Platforms, Inc. (2024). React documentation. https://react.dev</a:t>
            </a:r>
          </a:p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4.    OpenAI. (2024). DeepSeek API documentation. https://api-docs.deepseek.com</a:t>
            </a:r>
          </a:p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5.    OWASP Foundation. (2021). Authentication cheat sheet. https://cheatsheetseries.owasp.org/cheatsheets/Authentication_Cheat_Sheet.html</a:t>
            </a:r>
          </a:p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6.    Prisma Data, Inc. (2024). Prisma ORM documentation. https://www.prisma.io/docs</a:t>
            </a:r>
          </a:p>
          <a:p>
            <a:pPr>
              <a:spcAft>
                <a:spcPts val="1200"/>
              </a:spcAft>
              <a:defRPr sz="1100">
                <a:solidFill>
                  <a:srgbClr val="212121"/>
                </a:solidFill>
              </a:defRPr>
            </a:pPr>
            <a:r>
              <a:t>7.    Sommerville, I. (2016). Software engineering (10th ed.). Pearson.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Note: In-text citations follow APA 7th edition author-date format.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1457</Words>
  <Application>Microsoft Office PowerPoint</Application>
  <PresentationFormat>On-screen Show (4:3)</PresentationFormat>
  <Paragraphs>266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Prathap Hasitha Wickramage</cp:lastModifiedBy>
  <cp:revision>2</cp:revision>
  <dcterms:created xsi:type="dcterms:W3CDTF">2013-01-27T09:14:16Z</dcterms:created>
  <dcterms:modified xsi:type="dcterms:W3CDTF">2026-07-22T08:44:00Z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2026-07-22T08:44:00Z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d3960ef1-8da2-43f3-81bb-f1ee64aa6788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