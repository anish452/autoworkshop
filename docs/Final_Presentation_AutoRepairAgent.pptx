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AutoRepairAgent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E3F2FD"/>
                </a:solidFill>
                <a:latin typeface="Calibri"/>
              </a:rPr>
              <a:t>AI-Powered Vehicle Repair Workshop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09688"/>
                </a:solidFill>
                <a:latin typeface="Segoe UI"/>
              </a:rPr>
              <a:t>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[Student Name]  |  [Student ID]</a:t>
            </a:r>
            <a:br/>
            <a:r>
              <a:t>[Course / Programme]  |  [College Name]</a:t>
            </a:r>
            <a:br/>
            <a:r>
              <a:t>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Presentation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25 Slides — Project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325880"/>
          <a:ext cx="7772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Introduction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Problem, objectives, technology stack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Database, security, Clean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Admin, customer, vehicle, AI modules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Demonstration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UI screenshots — 8 system screens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Results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Metrics, workflow, outcomes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Limitations, future work, 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Problem Statement &amp; Motivation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Vehicle repair workshops rely on manual complaint triage and informal job routing.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Misclassified jobs cause delays, rework, and poor customer visibility.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AutoRepairAgent automates complaint intake using AI classification.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DeepSeek LLM extracts issues and routes jobs to 5 specialist departments.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Full-stack web system with 8 role-based user types and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All Objectives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772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Database, authentication, admin modules (Phase 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Customer &amp; vehicle management (Phase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AI job creation &amp; DeepSeek integration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Job assignment &amp; lifecycle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AI analysis log &amp; role-based dashboards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E7D32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Production deployment &amp; multilingual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E65100"/>
                          </a:solidFill>
                          <a:latin typeface="Calibri"/>
                        </a:rPr>
                        <a:t>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Full-Stack Architecture (Martin, 2017)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Node.js + Express.js REST API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PostgreSQL + Prisma ORM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JWT + bcrypt authentication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DeepSeek AI (LLM classification)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Zod validation + Winston logging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Clean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React 18 + Vite SPA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Material UI v5 components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TanStack React Query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React Router v6 + Axios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React Hook Form + Zod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Recharts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Three-Tier Design with Clean Architecture 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9750"/>
            <a:ext cx="7863840" cy="40442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1. Presentation → Application → Infrastructure layers (Martin, 2017)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Database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PostgreSQL Schema — 10 Tables (Prisma Data, Inc.,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Core entities: Role, User, Department, Customer, Vehicle, Job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Supporting: AIAnalysisLog, JobAssignment, JobComment, AuditLog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Enums: RoleName (8 roles), JobStatus (5 states), AuditAction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Foreign keys: Customer → Vehicle → Job → Department → User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Audit columns: created_date, updated_date, created_by, updated_by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Hosted on PostgreSQL (Neon cloud) with SSL connection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JWT + RBAC (OWASP Foundation, 2021)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POST /api/auth/login — JWT token with 24h expiry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bcrypt password hashing (cost factor 12)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8 roles: Admin, Advisor, 5 Dept users, Customer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Middleware chain: authenticate → RBAC → validate → handler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Helmet headers, CORS, rate limiting (100 req/15 min)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34 REST API endpoints with role-based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Login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Authentication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2. JWT-based login with role-based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Admin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User &amp; Department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User CRUD: create, edit, activate/deactivate, role assignment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Department CRUD: 5 default workshop departments seeded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Roles: ADMIN, JOB_ADVISOR, MECHANICAL, ELECTRICAL, etc.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REST API: /api/admin/users and /api/admin/departments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Audit logging for all user management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Admin Users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-user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3. User list with role, department, and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Customer &amp; Vehicle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Workshop Data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Customer CRUD — name, phone, email, address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Linked to customer portal accounts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REST: /api/customers (Admin + Advisor)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Zod validation on all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Vehicle CRUD — registration, make, model, year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Unique registration number constraint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Linked to customer via foreign key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Required before AI job creation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Customer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Customers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4. Customer records with search and CRUD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Vehicle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Vehicles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veh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5. Vehicles ABC123 and XYZ789 linked to customers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DeepSeek Complaint Classification (DeepSeek,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POST /api/jobs/analyze — complaint text + vehicle registration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DeepSeek Chat Completions API with structured JSON output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Classifies into: Mechanical, Electrical, Body Repair, Paint, Inspection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One job created per identified issue with confidence score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Keyword fallback classifier when API unavailable (confidence 0.4–0.6)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AI analysis stored in AIAnalysisLog for audit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AI Job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Create Job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creat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6. AI-powered complaint submission 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Job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Assignment → Start → Complete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Auto-assign to first active user in target department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Status flow: PENDING → ASSIGNED → IN_PROGRESS → COMPLETED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Department users: start and complete with comments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Time tracking: timeTakenMinutes calculated on completion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JobAdvisor/Admin: edit or delete before work starts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▸  Role-filtered job lists per department and customer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Job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Jobs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7. Jobs routed to Mechanical and Electrical departments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AI Analysis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AI Decision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ai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8. AI classifications with confidence scores and created jobs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System Screenshot — KPI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-admin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Figure 9. Dashboard with job statistics and system metrics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End-to-End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Complete Repair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-work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9750"/>
            <a:ext cx="7863840" cy="40442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Customer → Vehicle → Complaint → AI → Job → Assign →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Project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Quantitative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772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REST API endpoints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Database tables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User roles supported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Workshop departments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UI pages implemented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15+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Development phases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Honest Assessment &amp;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Current Limitations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No production deployment yet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No automated test suite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English-only UI (no Sinhala/Tamil)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Naive first-available assignment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AI subscription dependency (DeepSeek quota)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Cloud deployment (Docker, CI/CD)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Sinhala &amp; Tamil localisation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SMS/email notifications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Jest + Playwright test pipeline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▸  Load-balanced job assignment algorithm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Project Complete — Objectives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BDBDBD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132588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3716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✔  ALL OBJECTIVES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12121"/>
                </a:solidFill>
                <a:latin typeface="Calibri"/>
              </a:rPr>
              <a:t>▸  AutoRepairAgent delivers a working AI-powered workshop management system.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End-to-end workflow verified: complaint → AI → multi-job → assign → complete.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Clean Architecture enables maintainable, extensible codebase.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Future work focuses on deployment, localisation, and automated testing.</a:t>
            </a:r>
          </a:p>
          <a:p>
            <a:r>
              <a:rPr sz="1500" b="0" i="0">
                <a:solidFill>
                  <a:srgbClr val="212121"/>
                </a:solidFill>
                <a:latin typeface="Calibri"/>
              </a:rPr>
              <a:t>▸  Thank you — Questions welcome.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"/>
            <a:ext cx="1508760" cy="347472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3774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3F2FD"/>
                </a:solidFill>
                <a:latin typeface="Calibri"/>
              </a:rPr>
              <a:t>APA 7th Edition — 6 Key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  <a:latin typeface="Calibri"/>
              </a:rPr>
              <a:t>AutoRepairAgent  | 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37160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1.  DeepSeek. (2024). DeepSeek API documentation. https://api-docs.deepseek.com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2.  Martin, R. C. (2017). Clean architecture: A craftsman's guide to software structure and design. Prentice Hall.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3.  Meta Platforms, Inc. (2024). React documentation. https://react.dev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4.  OWASP Foundation. (2021). Authentication cheat sheet. https://cheatsheetseries.owasp.org/cheatsheets/Authentication_Cheat_Sheet.html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5.  Prisma Data, Inc. (2024). Prisma ORM documentation. https://www.prisma.io/docs</a:t>
            </a:r>
          </a:p>
          <a:p>
            <a:pPr>
              <a:spcAft>
                <a:spcPts val="14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6.  Sommerville, I. (2016). Software engineering (10th ed.). Pearson.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